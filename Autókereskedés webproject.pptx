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2" name="Freeform 11"/>
          <p:cNvSpPr/>
          <p:nvPr/>
        </p:nvSpPr>
        <p:spPr>
          <a:xfrm>
            <a:off x="-15875" y="0"/>
            <a:ext cx="11683810" cy="6588125"/>
          </a:xfrm>
          <a:custGeom>
            <a:avLst/>
            <a:gdLst/>
            <a:ahLst/>
            <a:cxnLst/>
            <a:rect l="l" t="t" r="r" b="b"/>
            <a:pathLst>
              <a:path w="11683810" h="6588125">
                <a:moveTo>
                  <a:pt x="0" y="0"/>
                </a:moveTo>
                <a:lnTo>
                  <a:pt x="11318691" y="0"/>
                </a:lnTo>
                <a:lnTo>
                  <a:pt x="11683810" y="5976938"/>
                </a:lnTo>
                <a:lnTo>
                  <a:pt x="15875" y="6588125"/>
                </a:lnTo>
                <a:cubicBezTo>
                  <a:pt x="10583" y="4386792"/>
                  <a:pt x="5292" y="2185458"/>
                  <a:pt x="0" y="0"/>
                </a:cubicBezTo>
                <a:close/>
              </a:path>
            </a:pathLst>
          </a:custGeom>
          <a:ln>
            <a:noFill/>
          </a:ln>
          <a:effectLst>
            <a:outerShdw blurRad="101600" dist="152400" dir="4380000" algn="tl" rotWithShape="0">
              <a:srgbClr val="000000">
                <a:alpha val="4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4" name="Freeform 13"/>
          <p:cNvSpPr/>
          <p:nvPr/>
        </p:nvSpPr>
        <p:spPr>
          <a:xfrm>
            <a:off x="0" y="4282257"/>
            <a:ext cx="11329257" cy="2028845"/>
          </a:xfrm>
          <a:custGeom>
            <a:avLst/>
            <a:gdLst/>
            <a:ahLst/>
            <a:cxnLst/>
            <a:rect l="l" t="t" r="r" b="b"/>
            <a:pathLst>
              <a:path w="11329257" h="2028845">
                <a:moveTo>
                  <a:pt x="0" y="588520"/>
                </a:moveTo>
                <a:lnTo>
                  <a:pt x="11244075" y="0"/>
                </a:lnTo>
                <a:lnTo>
                  <a:pt x="11329257" y="1424838"/>
                </a:lnTo>
                <a:lnTo>
                  <a:pt x="0" y="2028845"/>
                </a:lnTo>
                <a:lnTo>
                  <a:pt x="0" y="58852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6" name="Freeform 25"/>
          <p:cNvSpPr/>
          <p:nvPr/>
        </p:nvSpPr>
        <p:spPr>
          <a:xfrm>
            <a:off x="0" y="0"/>
            <a:ext cx="8719579" cy="456877"/>
          </a:xfrm>
          <a:custGeom>
            <a:avLst/>
            <a:gdLst/>
            <a:ahLst/>
            <a:cxnLst/>
            <a:rect l="l" t="t" r="r" b="b"/>
            <a:pathLst>
              <a:path w="8719579" h="456877">
                <a:moveTo>
                  <a:pt x="0" y="0"/>
                </a:moveTo>
                <a:lnTo>
                  <a:pt x="8719579" y="0"/>
                </a:lnTo>
                <a:lnTo>
                  <a:pt x="0" y="456877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34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5" name="Freeform 14"/>
          <p:cNvSpPr/>
          <p:nvPr/>
        </p:nvSpPr>
        <p:spPr>
          <a:xfrm rot="21420000">
            <a:off x="-161800" y="293317"/>
            <a:ext cx="11367116" cy="5751804"/>
          </a:xfrm>
          <a:custGeom>
            <a:avLst/>
            <a:gdLst/>
            <a:ahLst/>
            <a:cxnLst/>
            <a:rect l="l" t="t" r="r" b="b"/>
            <a:pathLst>
              <a:path w="11367116" h="5751804">
                <a:moveTo>
                  <a:pt x="11346705" y="0"/>
                </a:moveTo>
                <a:cubicBezTo>
                  <a:pt x="11353509" y="1915114"/>
                  <a:pt x="11360312" y="3830229"/>
                  <a:pt x="11367116" y="5745343"/>
                </a:cubicBezTo>
                <a:lnTo>
                  <a:pt x="0" y="5751804"/>
                </a:lnTo>
              </a:path>
            </a:pathLst>
          </a:custGeom>
          <a:ln w="82550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 rot="21420000">
            <a:off x="891201" y="662656"/>
            <a:ext cx="9755187" cy="2766528"/>
          </a:xfrm>
        </p:spPr>
        <p:txBody>
          <a:bodyPr anchor="b">
            <a:normAutofit/>
          </a:bodyPr>
          <a:lstStyle>
            <a:lvl1pPr algn="r">
              <a:defRPr sz="80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 rot="21420000">
            <a:off x="983062" y="3505209"/>
            <a:ext cx="9755187" cy="550333"/>
          </a:xfrm>
        </p:spPr>
        <p:txBody>
          <a:bodyPr anchor="t">
            <a:noAutofit/>
          </a:bodyPr>
          <a:lstStyle>
            <a:lvl1pPr marL="0" indent="0" algn="r">
              <a:buNone/>
              <a:defRPr sz="28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21420000">
            <a:off x="4948541" y="4578463"/>
            <a:ext cx="6143653" cy="1163112"/>
          </a:xfrm>
        </p:spPr>
        <p:txBody>
          <a:bodyPr/>
          <a:lstStyle>
            <a:lvl1pPr algn="ctr">
              <a:defRPr sz="54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21420000">
            <a:off x="-5560" y="4883024"/>
            <a:ext cx="4047239" cy="1195538"/>
          </a:xfrm>
        </p:spPr>
        <p:txBody>
          <a:bodyPr vert="horz" lIns="91440" tIns="45720" rIns="91440" bIns="45720" rtlCol="0" anchor="ctr"/>
          <a:lstStyle>
            <a:lvl1pPr algn="r">
              <a:defRPr lang="en-US" sz="5400" dirty="0"/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 rot="21420000">
            <a:off x="9851758" y="3832648"/>
            <a:ext cx="907186" cy="49847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  <p:sp>
        <p:nvSpPr>
          <p:cNvPr id="25" name="5-Point Star 24"/>
          <p:cNvSpPr/>
          <p:nvPr/>
        </p:nvSpPr>
        <p:spPr>
          <a:xfrm rot="21420000">
            <a:off x="4221385" y="5111356"/>
            <a:ext cx="515386" cy="515386"/>
          </a:xfrm>
          <a:prstGeom prst="star5">
            <a:avLst>
              <a:gd name="adj" fmla="val 26693"/>
              <a:gd name="hf" fmla="val 105146"/>
              <a:gd name="vf" fmla="val 110557"/>
            </a:avLst>
          </a:prstGeom>
          <a:solidFill>
            <a:schemeClr val="tx1">
              <a:alpha val="4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47246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10394707" cy="3311189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67177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3193487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3742267"/>
            <a:ext cx="10394707" cy="1639614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67838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814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800" y="2063396"/>
            <a:ext cx="5088714" cy="3311189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5993971" y="2063396"/>
            <a:ext cx="5086538" cy="3311189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5942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4707" cy="115814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8356" y="2063396"/>
            <a:ext cx="4856158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802" y="2861733"/>
            <a:ext cx="5088712" cy="2512852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8191" y="2063396"/>
            <a:ext cx="4864491" cy="679994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6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5993969" y="2861733"/>
            <a:ext cx="5088713" cy="2512852"/>
          </a:xfrm>
        </p:spPr>
        <p:txBody>
          <a:bodyPr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20366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04508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9349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643" y="685800"/>
            <a:ext cx="4126860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46132" y="685800"/>
            <a:ext cx="6034375" cy="4688785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3642" y="2709052"/>
            <a:ext cx="4126861" cy="2665533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02836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685800"/>
            <a:ext cx="6345302" cy="2023252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82362" y="0"/>
            <a:ext cx="3598146" cy="507153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2709052"/>
            <a:ext cx="6345301" cy="2362481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292791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106333"/>
            <a:ext cx="10394708" cy="58884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5801" y="685799"/>
            <a:ext cx="10392513" cy="3194903"/>
          </a:xfr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80" y="4702923"/>
            <a:ext cx="10394728" cy="682472"/>
          </a:xfrm>
        </p:spPr>
        <p:txBody>
          <a:bodyPr anchor="t"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32881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902" cy="3194903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779" y="4106333"/>
            <a:ext cx="10394729" cy="127360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632629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1732" y="685800"/>
            <a:ext cx="9525020" cy="2916704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550264" y="3610032"/>
            <a:ext cx="8667956" cy="377768"/>
          </a:xfrm>
        </p:spPr>
        <p:txBody>
          <a:bodyPr anchor="t">
            <a:normAutofit/>
          </a:bodyPr>
          <a:lstStyle>
            <a:lvl1pPr marL="0" indent="0" algn="r">
              <a:buNone/>
              <a:defRPr sz="14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1" y="4106334"/>
            <a:ext cx="10396882" cy="1268252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  <p:sp>
        <p:nvSpPr>
          <p:cNvPr id="13" name="TextBox 12"/>
          <p:cNvSpPr txBox="1"/>
          <p:nvPr/>
        </p:nvSpPr>
        <p:spPr>
          <a:xfrm>
            <a:off x="685801" y="89262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3083" y="292282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821048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23854"/>
            <a:ext cx="10394707" cy="2511835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247468"/>
            <a:ext cx="10394707" cy="114064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359298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802" y="685800"/>
            <a:ext cx="10394706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802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4622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234621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70380" y="206339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770380" y="2639658"/>
            <a:ext cx="3310128" cy="273492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870439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</p:spPr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9184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780" y="2063395"/>
            <a:ext cx="3310128" cy="1536725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91840" y="4389287"/>
            <a:ext cx="3310128" cy="98529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37410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235999" y="2063395"/>
            <a:ext cx="3310128" cy="1535237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235999" y="4389286"/>
            <a:ext cx="3310128" cy="98530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768944" y="3813025"/>
            <a:ext cx="33101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90000"/>
              </a:lnSpc>
              <a:buNone/>
              <a:defRPr sz="22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768819" y="2063394"/>
            <a:ext cx="3310128" cy="1537196"/>
          </a:xfrm>
          <a:prstGeom prst="roundRect">
            <a:avLst>
              <a:gd name="adj" fmla="val 0"/>
            </a:avLst>
          </a:prstGeom>
          <a:ln w="57150" cmpd="thinThick">
            <a:solidFill>
              <a:schemeClr val="bg1">
                <a:lumMod val="50000"/>
              </a:schemeClr>
            </a:solidFill>
            <a:miter lim="800000"/>
          </a:ln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768819" y="4389284"/>
            <a:ext cx="3310128" cy="985302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012926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2063396"/>
            <a:ext cx="10394707" cy="331119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899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15862" y="685800"/>
            <a:ext cx="2264646" cy="4688785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800" y="685800"/>
            <a:ext cx="7904431" cy="4688785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548555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F2203B3-5176-4D96-A781-A695F63297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2661CAA-A42C-45AA-B744-FF5C01E099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829BAFC-6BC9-486E-8475-2842D32167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4A086C2-00EA-47C4-A6DB-8856B66D56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61F54F5-C257-4018-8054-E0B640D5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17288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rickwork-HD-R1a.jpg"/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-25397" y="0"/>
            <a:ext cx="12005350" cy="6644081"/>
            <a:chOff x="-25397" y="0"/>
            <a:chExt cx="12005350" cy="6644081"/>
          </a:xfrm>
        </p:grpSpPr>
        <p:sp useBgFill="1">
          <p:nvSpPr>
            <p:cNvPr id="11" name="Rectangle 10"/>
            <p:cNvSpPr/>
            <p:nvPr/>
          </p:nvSpPr>
          <p:spPr>
            <a:xfrm>
              <a:off x="1" y="0"/>
              <a:ext cx="11979952" cy="6644081"/>
            </a:xfrm>
            <a:prstGeom prst="rect">
              <a:avLst/>
            </a:prstGeom>
            <a:ln>
              <a:noFill/>
            </a:ln>
            <a:effectLst>
              <a:outerShdw blurRad="98425" dist="76200" dir="4380000" algn="tl" rotWithShape="0">
                <a:srgbClr val="000000">
                  <a:alpha val="68000"/>
                </a:srgb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Freeform 11"/>
            <p:cNvSpPr/>
            <p:nvPr/>
          </p:nvSpPr>
          <p:spPr>
            <a:xfrm>
              <a:off x="-25397" y="0"/>
              <a:ext cx="11773291" cy="6419514"/>
            </a:xfrm>
            <a:custGeom>
              <a:avLst/>
              <a:gdLst/>
              <a:ahLst/>
              <a:cxnLst/>
              <a:rect l="l" t="t" r="r" b="b"/>
              <a:pathLst>
                <a:path w="11773291" h="6419514">
                  <a:moveTo>
                    <a:pt x="11750059" y="0"/>
                  </a:moveTo>
                  <a:lnTo>
                    <a:pt x="11773291" y="6419514"/>
                  </a:lnTo>
                  <a:lnTo>
                    <a:pt x="0" y="6411047"/>
                  </a:lnTo>
                </a:path>
              </a:pathLst>
            </a:custGeom>
            <a:ln w="82550">
              <a:solidFill>
                <a:schemeClr val="tx1">
                  <a:lumMod val="50000"/>
                  <a:lumOff val="50000"/>
                </a:schemeClr>
              </a:solidFill>
              <a:miter lim="800000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sp>
        <p:sp>
          <p:nvSpPr>
            <p:cNvPr id="13" name="Rectangle 12"/>
            <p:cNvSpPr/>
            <p:nvPr/>
          </p:nvSpPr>
          <p:spPr>
            <a:xfrm>
              <a:off x="1" y="5600215"/>
              <a:ext cx="11706512" cy="780581"/>
            </a:xfrm>
            <a:prstGeom prst="rect">
              <a:avLst/>
            </a:prstGeom>
            <a:gradFill flip="none" rotWithShape="1">
              <a:gsLst>
                <a:gs pos="34000">
                  <a:schemeClr val="accent1"/>
                </a:gs>
                <a:gs pos="100000">
                  <a:schemeClr val="accent1">
                    <a:lumMod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396882" cy="11519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63396"/>
            <a:ext cx="10396883" cy="33111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98083" y="5757334"/>
            <a:ext cx="3784600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A463B41C-FF86-4806-A7A2-19A8A0E862CB}" type="datetimeFigureOut">
              <a:rPr lang="hu-HU" smtClean="0"/>
              <a:t>2026. 09. 25.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1" y="5757334"/>
            <a:ext cx="5499719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87121" y="5757334"/>
            <a:ext cx="907186" cy="4984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200" cap="all"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0F7529C3-2EB2-4035-BA94-45CED69F82D6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59698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60000"/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B47093-55F6-4298-A706-ED6D3F0862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Autókereskedés webproject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00629A8-A0FB-4464-8B49-3B0CF28568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 rot="21420000">
            <a:off x="3052110" y="3316229"/>
            <a:ext cx="7710137" cy="550333"/>
          </a:xfrm>
        </p:spPr>
        <p:txBody>
          <a:bodyPr/>
          <a:lstStyle/>
          <a:p>
            <a:r>
              <a:rPr lang="hu-HU" dirty="0"/>
              <a:t>Résztvevők: </a:t>
            </a:r>
            <a:r>
              <a:rPr lang="hu-HU" dirty="0" err="1"/>
              <a:t>Kolimár</a:t>
            </a:r>
            <a:r>
              <a:rPr lang="hu-HU" dirty="0"/>
              <a:t> Kristóf, Nagy-Tóth Richárd &amp; Tavaszi Liliána</a:t>
            </a:r>
          </a:p>
        </p:txBody>
      </p:sp>
    </p:spTree>
    <p:extLst>
      <p:ext uri="{BB962C8B-B14F-4D97-AF65-F5344CB8AC3E}">
        <p14:creationId xmlns:p14="http://schemas.microsoft.com/office/powerpoint/2010/main" val="23410416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CB4B76F-B52D-4370-AC5E-5BBD44A55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Projekt témája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9C27A6D5-C951-4B21-9730-956D09623C2B}"/>
              </a:ext>
            </a:extLst>
          </p:cNvPr>
          <p:cNvSpPr txBox="1"/>
          <p:nvPr/>
        </p:nvSpPr>
        <p:spPr>
          <a:xfrm>
            <a:off x="821266" y="2065581"/>
            <a:ext cx="7493000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1800"/>
              </a:spcBef>
            </a:pPr>
            <a:r>
              <a:rPr lang="hu-HU" dirty="0"/>
              <a:t>Egy olyan autówebshop megvalósítása ami:</a:t>
            </a:r>
          </a:p>
          <a:p>
            <a:pPr marL="285750" indent="-285750">
              <a:spcBef>
                <a:spcPts val="1800"/>
              </a:spcBef>
              <a:buFont typeface="Wingdings" panose="05000000000000000000" pitchFamily="2" charset="2"/>
              <a:buChar char="v"/>
            </a:pPr>
            <a:r>
              <a:rPr lang="hu-HU" dirty="0"/>
              <a:t>Könnyen kezelhető minden felhasználó számára</a:t>
            </a:r>
          </a:p>
          <a:p>
            <a:pPr marL="285750" indent="-285750">
              <a:spcBef>
                <a:spcPts val="1800"/>
              </a:spcBef>
              <a:buFont typeface="Wingdings" panose="05000000000000000000" pitchFamily="2" charset="2"/>
              <a:buChar char="v"/>
            </a:pPr>
            <a:r>
              <a:rPr lang="hu-HU" dirty="0"/>
              <a:t>Nemcsak értékesítésre/vásárlásra alkalmas, hanem állapotfelmérésben, finanszírozásban és beszámításban is segítséget nyújt</a:t>
            </a:r>
          </a:p>
          <a:p>
            <a:pPr marL="285750" indent="-285750">
              <a:spcBef>
                <a:spcPts val="1800"/>
              </a:spcBef>
              <a:buFont typeface="Wingdings" panose="05000000000000000000" pitchFamily="2" charset="2"/>
              <a:buChar char="v"/>
            </a:pPr>
            <a:r>
              <a:rPr lang="hu-HU" dirty="0"/>
              <a:t>Minden információt kimutat az adott járművel kapcsolatban</a:t>
            </a:r>
          </a:p>
          <a:p>
            <a:pPr marL="285750" indent="-285750">
              <a:spcBef>
                <a:spcPts val="1800"/>
              </a:spcBef>
              <a:buFont typeface="Wingdings" panose="05000000000000000000" pitchFamily="2" charset="2"/>
              <a:buChar char="v"/>
            </a:pPr>
            <a:r>
              <a:rPr lang="hu-HU" dirty="0"/>
              <a:t>Fel tudja venni a versenyt a modern weboldalak stílusával, dizájnjával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2005119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140531-2364-47F4-8CD4-F28F88FFE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268" y="584200"/>
            <a:ext cx="10396882" cy="1151965"/>
          </a:xfrm>
        </p:spPr>
        <p:txBody>
          <a:bodyPr/>
          <a:lstStyle/>
          <a:p>
            <a:r>
              <a:rPr lang="hu-HU" dirty="0"/>
              <a:t>Oldalak bemutatása - főoldal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67B5813D-C60D-43D8-B78B-CB68327E22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67104" y="1973263"/>
            <a:ext cx="5924833" cy="291147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179709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140531-2364-47F4-8CD4-F28F88FF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Oldalak bemutatása – űrlap(</a:t>
            </a:r>
            <a:r>
              <a:rPr lang="hu-HU" dirty="0" err="1"/>
              <a:t>html+css</a:t>
            </a:r>
            <a:r>
              <a:rPr lang="hu-HU" dirty="0"/>
              <a:t>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F25758C-95E6-439A-977A-0ED6D9BCE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748229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140531-2364-47F4-8CD4-F28F88FF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Oldalak bemutatása – űrlap(</a:t>
            </a:r>
            <a:r>
              <a:rPr lang="hu-HU" dirty="0" err="1"/>
              <a:t>javascript</a:t>
            </a:r>
            <a:r>
              <a:rPr lang="hu-HU" dirty="0"/>
              <a:t>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F25758C-95E6-439A-977A-0ED6D9BCE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84384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140531-2364-47F4-8CD4-F28F88FF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Oldalak bemutatása – eredmények(</a:t>
            </a:r>
            <a:r>
              <a:rPr lang="hu-HU" dirty="0" err="1"/>
              <a:t>html+css</a:t>
            </a:r>
            <a:r>
              <a:rPr lang="hu-HU" dirty="0"/>
              <a:t>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F25758C-95E6-439A-977A-0ED6D9BCE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6313820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140531-2364-47F4-8CD4-F28F88FFE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hu-HU" dirty="0"/>
              <a:t>Oldalak bemutatása – eredmények(</a:t>
            </a:r>
            <a:r>
              <a:rPr lang="hu-HU" dirty="0" err="1"/>
              <a:t>javascript</a:t>
            </a:r>
            <a:r>
              <a:rPr lang="hu-HU" dirty="0"/>
              <a:t>)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F25758C-95E6-439A-977A-0ED6D9BCE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65282377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ő esemény">
  <a:themeElements>
    <a:clrScheme name="Fő esemény">
      <a:dk1>
        <a:sysClr val="windowText" lastClr="000000"/>
      </a:dk1>
      <a:lt1>
        <a:sysClr val="window" lastClr="FFFFFF"/>
      </a:lt1>
      <a:dk2>
        <a:srgbClr val="424242"/>
      </a:dk2>
      <a:lt2>
        <a:srgbClr val="C8C8C8"/>
      </a:lt2>
      <a:accent1>
        <a:srgbClr val="B80E0F"/>
      </a:accent1>
      <a:accent2>
        <a:srgbClr val="A6987D"/>
      </a:accent2>
      <a:accent3>
        <a:srgbClr val="7F9A71"/>
      </a:accent3>
      <a:accent4>
        <a:srgbClr val="64969F"/>
      </a:accent4>
      <a:accent5>
        <a:srgbClr val="9B75B2"/>
      </a:accent5>
      <a:accent6>
        <a:srgbClr val="80737A"/>
      </a:accent6>
      <a:hlink>
        <a:srgbClr val="F21213"/>
      </a:hlink>
      <a:folHlink>
        <a:srgbClr val="B6A394"/>
      </a:folHlink>
    </a:clrScheme>
    <a:fontScheme name="Fő esemény">
      <a:maj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mpact" panose="020B080603090205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ő esemény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blipFill>
          <a:blip xmlns:r="http://schemas.openxmlformats.org/officeDocument/2006/relationships" r:embed="rId1">
            <a:duotone>
              <a:schemeClr val="phClr">
                <a:shade val="88000"/>
                <a:lumMod val="88000"/>
              </a:schemeClr>
              <a:schemeClr val="phClr"/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25400" dist="127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0"/>
        </a:gradFill>
        <a:blipFill>
          <a:blip xmlns:r="http://schemas.openxmlformats.org/officeDocument/2006/relationships" r:embed="rId2">
            <a:duotone>
              <a:schemeClr val="phClr">
                <a:shade val="48000"/>
                <a:satMod val="110000"/>
                <a:lumMod val="40000"/>
              </a:schemeClr>
              <a:schemeClr val="phClr">
                <a:tint val="90000"/>
                <a:lumMod val="106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Event" id="{AC372BB4-D83D-411E-B849-B641926BA760}" vid="{F1EFBDE3-1A95-4E3D-81AD-1F53D65BEA0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TM04033927[[fn=Fő esemény]]</Template>
  <TotalTime>0</TotalTime>
  <Words>94</Words>
  <Application>Microsoft Office PowerPoint</Application>
  <PresentationFormat>Szélesvásznú</PresentationFormat>
  <Paragraphs>13</Paragraphs>
  <Slides>7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1" baseType="lpstr">
      <vt:lpstr>Arial</vt:lpstr>
      <vt:lpstr>Impact</vt:lpstr>
      <vt:lpstr>Wingdings</vt:lpstr>
      <vt:lpstr>Fő esemény</vt:lpstr>
      <vt:lpstr>Autókereskedés webproject</vt:lpstr>
      <vt:lpstr>Projekt témája</vt:lpstr>
      <vt:lpstr>Oldalak bemutatása - főoldal</vt:lpstr>
      <vt:lpstr>Oldalak bemutatása – űrlap(html+css)</vt:lpstr>
      <vt:lpstr>Oldalak bemutatása – űrlap(javascript)</vt:lpstr>
      <vt:lpstr>Oldalak bemutatása – eredmények(html+css)</vt:lpstr>
      <vt:lpstr>Oldalak bemutatása – eredmények(javascript)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Autókereskedés webproject</dc:title>
  <dc:creator>Tavaszi Liliána</dc:creator>
  <cp:lastModifiedBy>Tavaszi Liliána</cp:lastModifiedBy>
  <cp:revision>6</cp:revision>
  <dcterms:created xsi:type="dcterms:W3CDTF">2026-09-25T11:01:32Z</dcterms:created>
  <dcterms:modified xsi:type="dcterms:W3CDTF">2026-09-25T12:06:09Z</dcterms:modified>
</cp:coreProperties>
</file>